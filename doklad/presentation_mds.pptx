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Мультимодальная диспетчерская система управления беспилотным транспортом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Школьный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Версия 1.0 | Октябрь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Актуальность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Рост количества автономных транспортных средств в городских условиях:</a:t>
            </a:r>
            <a:br/>
            <a:r>
              <a:t>• Тротуарные роверы для доставки заказов</a:t>
            </a:r>
            <a:br/>
            <a:r>
              <a:t>• Беспилотные автомобили</a:t>
            </a:r>
            <a:br/>
            <a:r>
              <a:t>• Воздушные дроны служб доставки</a:t>
            </a:r>
            <a:br/>
            <a:r>
              <a:t>• Водные беспилотные суда</a:t>
            </a:r>
            <a:br/>
            <a:br/>
            <a:r>
              <a:t>Проблема: без единого координатора возможны столкновения, взаимные блокировки, нарушение запретных зон.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Целевая функция клиента:</a:t>
            </a:r>
            <a:br/>
            <a:r>
              <a:t>min V(x)/C(x)</a:t>
            </a:r>
            <a:br/>
            <a:br/>
            <a:r>
              <a:t>при условиях:</a:t>
            </a:r>
            <a:br/>
            <a:r>
              <a:t>T(x) ≤ Tmax</a:t>
            </a:r>
            <a:br/>
            <a:r>
              <a:t>C(x) ≤ Cmax</a:t>
            </a:r>
            <a:br/>
            <a:br/>
            <a:r>
              <a:t>где V — скорость доставки, C — стоимость, T — время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Почему существующих правил ПДД недостаточно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1. ПДД распространяются только на наземный транспорт</a:t>
            </a:r>
            <a:br/>
            <a:r>
              <a:t>2. Ширина тротуаров не всегда позволяет движение АТС без помех пешеходам</a:t>
            </a:r>
            <a:br/>
            <a:r>
              <a:t>3. Законы об АТС находятся на стадии разработки</a:t>
            </a:r>
            <a:br/>
            <a:r>
              <a:t>4. Штат ГАИ рассчитан для обычного транспорта, не покрывает рост АТС</a:t>
            </a:r>
            <a:br/>
            <a:r>
              <a:t>5. ДТП на тротуарах с моторизированной техникой растут</a:t>
            </a:r>
            <a:br/>
            <a:r>
              <a:t>6. АТС не умеют интерпретировать сигналы регулировщика автоматически</a:t>
            </a:r>
            <a:br/>
            <a:r>
              <a:t>7. Рост риска незаконного использования АТС требует оперативного контроля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Основные задачи МДС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1. СНИЖЕНИЕ СРОКОВ ДОСТАВКИ — выбор оптимального маршрута с учётом ситуации</a:t>
            </a:r>
            <a:br/>
            <a:r>
              <a:t>2. БЕЗОПАСНОСТЬ — не допускать столкновений и появления в запретных зонах</a:t>
            </a:r>
            <a:br/>
            <a:r>
              <a:t>3. ПОВЫШЕНИЕ ЭФФЕКТИВНОСТИ — распределение маршрутов без перегрузки коридоров</a:t>
            </a:r>
            <a:br/>
            <a:r>
              <a:t>4. КОНТРОЛЛИРУЕМОСТЬ — актуальная информация о загруженности дорог для городских служб</a:t>
            </a:r>
            <a:br/>
            <a:r>
              <a:t>5. ОБРАТНАЯ СВЯЗЬ ОПЕРАТОРУ — возможность менять маршруты с учётом ремонтов, мелей, закрытых зон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Четыре типа АТС и транспортные среды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| Тип АТС | Транспортная среда | Типовые препятствия |</a:t>
            </a:r>
            <a:br/>
            <a:r>
              <a:t>|---------|-------------------|---------------------|</a:t>
            </a:r>
            <a:br/>
            <a:r>
              <a:t>| Ровер | Тротуары | Лестницы, узкие проходы, скопления людей |</a:t>
            </a:r>
            <a:br/>
            <a:r>
              <a:t>| Автомобиль | Дороги | Перекопы, светофоры, закрытые полосы |</a:t>
            </a:r>
            <a:br/>
            <a:r>
              <a:t>| Дрон | Воздух | Запретные зоны, эшелоны высот |</a:t>
            </a:r>
            <a:br/>
            <a:r>
              <a:t>| Катер | Вода | Шлюзы, разводные мосты, мели, осадка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Цикл диспетчеризации МДС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Цикл работы МДС:</a:t>
            </a:r>
            <a:br/>
            <a:br/>
            <a:r>
              <a:t>Оператор АТС → Заявка в МДС → Проверка → Согласование → Движение АТС → Телеметрия от АТС → Актуализация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Ключевые этапы:</a:t>
            </a:r>
            <a:br/>
            <a:r>
              <a:t>1. Оператор подаёт заявку (точки, маршрут, тип транспорта)</a:t>
            </a:r>
            <a:br/>
            <a:r>
              <a:t>2. МДС проверяет конфликты и препятствия</a:t>
            </a:r>
            <a:br/>
            <a:r>
              <a:t>3. Решение: согласовано / с изменениями / отклонено</a:t>
            </a:r>
            <a:br/>
            <a:r>
              <a:t>4. Маршрут вносится в карту занятости</a:t>
            </a:r>
            <a:br/>
            <a:r>
              <a:t>5. Оператор отправляет телеметрию (позиция, статус, ETA)</a:t>
            </a:r>
            <a:br/>
            <a:r>
              <a:t>6. МДС актуализирует информацию и корректирует маршруты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Архитектура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Компоненты МДС:</a:t>
            </a:r>
            <a:br/>
            <a:r>
              <a:t>• CityMap — карта препятствий (лестницы, шлюзы, запретные зоны)</a:t>
            </a:r>
            <a:br/>
            <a:r>
              <a:t>• Dispatcher — ядро системы (приём заявок, проверка, согласование)</a:t>
            </a:r>
            <a:br/>
            <a:r>
              <a:t>• OccupancyMap — карта занятости маршрутов по времени</a:t>
            </a:r>
            <a:br/>
            <a:r>
              <a:t>• Detector — детект отклонений от плана</a:t>
            </a:r>
            <a:br/>
            <a:r>
              <a:t>• Validator — валидация телеметрии клиентов</a:t>
            </a:r>
            <a:br/>
            <a:r>
              <a:t>• Visualizer — визуализация карты и метрик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Единая карта занятости — четыре слоя:</a:t>
            </a:r>
            <a:br/>
            <a:r>
              <a:t>• sidewalk — тротуарные роверы</a:t>
            </a:r>
            <a:br/>
            <a:r>
              <a:t>• road — беспилотные автомобили</a:t>
            </a:r>
            <a:br/>
            <a:r>
              <a:t>• air — воздушные дроны</a:t>
            </a:r>
            <a:br/>
            <a:r>
              <a:t>• water — водные катера</a:t>
            </a:r>
            <a:br/>
            <a:br/>
            <a:r>
              <a:t>Каждый слой независим, но координируется в точках пересечения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Формат телеметрии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JSON-формат телеметрии:</a:t>
            </a:r>
            <a:br/>
            <a:br/>
            <a:r>
              <a:t>{</a:t>
            </a:r>
            <a:br/>
            <a:r>
              <a:t>  "client_id": "pizza_shop_01",</a:t>
            </a:r>
            <a:br/>
            <a:r>
              <a:t>  "batch_id": "batch-001",</a:t>
            </a:r>
            <a:br/>
            <a:r>
              <a:t>  "vehicles": [{</a:t>
            </a:r>
            <a:br/>
            <a:r>
              <a:t>    "vehicle_id": "rover_007",</a:t>
            </a:r>
            <a:br/>
            <a:r>
              <a:t>    "route_id": "R-001",</a:t>
            </a:r>
            <a:br/>
            <a:r>
              <a:t>    "position": {"x": 12.5, "y": 34.2},</a:t>
            </a:r>
            <a:br/>
            <a:r>
              <a:t>    "status": "moving",</a:t>
            </a:r>
            <a:br/>
            <a:r>
              <a:t>    "progress": 0.35,</a:t>
            </a:r>
            <a:br/>
            <a:r>
              <a:t>    "eta": "2025-06-01T14:12:00Z",</a:t>
            </a:r>
            <a:br/>
            <a:r>
              <a:t>    "alerts": []</a:t>
            </a:r>
            <a:br/>
            <a:r>
              <a:t>  }]</a:t>
            </a:r>
            <a:br/>
            <a:r>
              <a:t>}</a:t>
            </a:r>
            <a:br/>
            <a:br/>
            <a:r>
              <a:t>МДС валидирует структуру, проверяет принадлежность маршрута клиенту и актуальность данных.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Технологии и масштабируемость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Используемые технологии:</a:t>
            </a:r>
            <a:br/>
            <a:r>
              <a:t>• Python 3.10+</a:t>
            </a:r>
            <a:br/>
            <a:r>
              <a:t>• Flask — веб-сервер API</a:t>
            </a:r>
            <a:br/>
            <a:r>
              <a:t>• Pydantic — валидация данных</a:t>
            </a:r>
            <a:br/>
            <a:r>
              <a:t>• Shapely — геометрические операции</a:t>
            </a:r>
            <a:br/>
            <a:r>
              <a:t>• networkx — графы маршрутов</a:t>
            </a:r>
            <a:br/>
            <a:r>
              <a:t>• matplotlib — визуализация</a:t>
            </a:r>
            <a:br/>
            <a:r>
              <a:t>• WebSocket — реальное время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Принцип масштабируемости:</a:t>
            </a:r>
            <a:br/>
            <a:r>
              <a:t>"Новый тип транспорта = новый модуль проверки, ядро не меняется"</a:t>
            </a:r>
            <a:br/>
            <a:br/>
            <a:r>
              <a:t>Архитектура растёт линейно — сложность добавляется только в отдельные модули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Выводы и перспективы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Выводы:</a:t>
            </a:r>
            <a:br/>
            <a:r>
              <a:t>✓ МДС — арбитр, а не пилот (проверка и согласование маршрутов)</a:t>
            </a:r>
            <a:br/>
            <a:r>
              <a:t>✓ Каждый согласованный маршрут влияет на следующие через карту занятости</a:t>
            </a:r>
            <a:br/>
            <a:r>
              <a:t>✓ Телеметрия замыкает контур диспетчеризации</a:t>
            </a:r>
            <a:br/>
            <a:r>
              <a:t>✓ Система масштабируема для новых типов транспорта</a:t>
            </a:r>
            <a:br/>
            <a:br/>
            <a:r>
              <a:t>Перспективы развития:</a:t>
            </a:r>
            <a:br/>
            <a:r>
              <a:t>• Динамика в реальном времени (pygame-анимация движения АТС)</a:t>
            </a:r>
            <a:br/>
            <a:r>
              <a:t>• Приоритет срочных доставок (медикаменты)</a:t>
            </a:r>
            <a:br/>
            <a:r>
              <a:t>• Пересмотр маршрутов при новых препятствиях</a:t>
            </a:r>
            <a:br/>
            <a:r>
              <a:t>• Машинное обучение для прогнозирования загруженности</a:t>
            </a:r>
            <a:br/>
            <a:r>
              <a:t>• Веб-интерфейс для клиентов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